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160520" y="5943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ডিজিটাল ঢাল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ambulance for cyber emergencies in Bangladesh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0" y="342900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·  CSE 327 Software Engineering  ·  Summer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  ·  2211954042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  ·  2021983642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Arifain Baher Nayem  ·  2131635042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Ananna Islam  ·  2132838642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Intisar Tahmid Naheen (ITN), Senior Lecturer, ECE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Nadia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millions of Bangladeshis live through every year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Nadia, 23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small clothing page on Facebook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645920" y="2926080"/>
            <a:ext cx="731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063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80,000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demanded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840480" y="13258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960" y="1307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 wipes her Facebook page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40480" y="182880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51960" y="1810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recovers it — but it's hacked again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40480" y="233172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23134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messages her customers for bKash payments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40480" y="283464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51960" y="2816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treats her as 'suspicious' for too many tries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840480" y="333756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51960" y="3319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pays a 'Facebook hacker' from a group — gets robbed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840480" y="3840480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251960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threatens to leak old private photos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hacked.  Unable to recover.  Then blackmailed.  No safe place to turn.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has no consumer cyber-incident response service. When ordinary people are hacked, defrauded, or blackmailed online, they fall through every available crack.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ignore you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Gmail give bot forms and 30-day waits. After failed tries, the system flags you as suspicious.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48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fill the void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'Facebook hackers' in groups take more money and data from victims already in panic.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429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can't act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arrive without preserved evidence or a structured case file — making the report unactionable.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429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576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deeply personal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images, drained bKash, hacked businesses — these break people. Trauma-informed help doesn't exist in Bangla.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— a digital ambulance for cyber emergencies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Free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First-Aid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AI agent triages the case, asks the right questions, and gives instant step-by-step instructions for simple cases.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Paid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Co-Pilot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experts walk the user through recovery on a co-pilot screen-share — guide, don't grab. Hard cases handled end-to-end.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Escalated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Partner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cases escalated through Meta / Google trusted-partner lanes, StopNCII, bKash fraud channel, and the Police Cyber Unit.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 the ordinary person — in Bangla — not a corporate IT department.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Actually Solve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technical principles Dhaal is built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don't grab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9933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accounts via the platform's own flows on a co-pilot screen-share. Password fields blurred. We never hold a credential.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don't hold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92040" y="19933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intimate-image blackmail, we use the StopNCII model — a hash of the image is made on the user's phone. The photo never leaves the device.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90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signal beats many weak ones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580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submit NID-verified, well-evidenced cases as a disciplined Trusted Partner — earning Meta's ~5-day priority lane instead of the 30-day bot wall.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0906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stays with the user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9204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coach the user to preserve proof on their own device, then assemble a clean platform- and police-ready case file.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Problem &amp;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Bangladeshis facing online hacks, financial fraud, and image-based blackmail have nowhere safe to turn.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recovery flows are bot-only and slow.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lack structured, actionable case files.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'Facebook hacker' groups exploit panic.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services are English-first, B2B, expensive — built for companies, not people.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92040" y="17830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Bangladesh's trusted first responder for cyber emergencies — where any person, in their own language, can get from panic to resolution without losing their dignity, their evidence, or their money.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92040" y="306324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guiding values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9204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Bangla-first, trauma-informed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architectural — not a slogan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the everyday person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Users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online sellers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F-commerce page owners on Facebook &amp; Instagram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 everyday users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locked out of Facebook, Gmail, bKash, Nagad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Blackmail / NCII victims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facing leaked-image threats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Low-digital-literacy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Bangla-only speakers, first-time hack victims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9204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panicked users from incident to triage in under 5 minutes via Bangla voice/chat.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~70% of hacked accounts through guided platform flows — no credentials stored.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blackmail-image spread using hash-on-device + StopNCII partner channels.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only clean, NID-verified cases to platforms to earn Trusted-Partner priority.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police-ready case files automatically for the Cyber Crime Unit.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Scope &amp;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+ Messenger Bangla interface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+ case assembly + co-pilot rescue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verification + on-device image hashing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Police-ready case file generation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hacking-back or offensive action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enterprise IR contracts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✗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representation in court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1828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for handling user data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20848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Zero-knowledge by design — credentials/images never leave device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92040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24871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de-recognition (losing partner status)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29200" y="2743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Strict case-quality discipline, public takedown metrics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314553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029200" y="31455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actors using service to recover stolen accounts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0" y="34015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Mandatory NID + ownership-proof checks before any action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38039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29200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scale — co-pilot bottleneck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0" y="40599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Tiered service: AI first-aid filters ~80% of cases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lenses — and how Dhaal answers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3990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within budget?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v1 uses open-source AI models, free-tier cloud, and student labor. Initial cost ≈ ৳20–30k (domain, NID API trial, basic hosting). Pre-revenue grant or NSU innovation funding is realistic.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643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990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laws &amp; data rules?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5643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Digital Security Act 2018 / Cyber Security Act 2023. No credential storage, no image storage. NID handled through bKash/Porichoy partner APIs. Formal MoU planned with Cyber Crime Unit.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399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1399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990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1764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work for end-users?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91072" y="205740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voice-first design, trauma-informed UX, optional Messenger entry. Tiered model means even non-tech users get help. Pilot with 30 hack-victim volunteers via NSU cybersecurity club.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87452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39112" y="309067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03911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09067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39112" y="34564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current tech support it?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039112" y="374904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pieces exist and are proven: Bangla LLMs (BUET BanglaBERT, Gemini), client-side PDQ hashing (StopNCII), WebRTC for co-pilot, OAuth-based recovery flows. We integrate, we don't invent.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0916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73752" y="309067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7375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09067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73752" y="34564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ship in time?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873752" y="374904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13-week course timeline split into 4 phases (research → MVP → integration → pilot). Pilot focuses on Facebook account recovery + image hashing — the two most common case types.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shall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5331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accept incident reports via web, mobile app, and Messenger in Bangla and English.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7627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classify incidents (account hack, fraud, blackmail, other) using an AI triage agent.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99923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992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verify a user's identity through NID / Porichoy before any escalated 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82219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generate a hash of intimate images on the user's device and never upload the image itself.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135331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280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offer a screen-share co-pilot session that blurs password fields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0116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217627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assemble a downloadable, police-ready case file (PDF) with all preserved evidence.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73752" y="299923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992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926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route verified cases through Meta / Google Trusted-Partner channels and track status.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57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73752" y="382219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log every action in a tamper-proof audit trail for legal admissibility.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shall behave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respond to a new incident report within 3 seconds and complete AI triage within 60 seconds.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716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8862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 and intimate images shall never be transmitted to or stored on the server.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208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maintain 99.5% uptime, with degraded-mode operation if AI services fail.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515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Bangla interface shall be operable by users with no prior smartphone experience, validated through pilot testing.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06324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8620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86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47472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support 500 concurrent triage sessions without degradation.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6324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7208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 logs shall be encrypted at rest and accessible only via court order.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Role-wise Feature 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 inside Dhaal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/ 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incident in Bangla (voice or text)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AI-guided first-aid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once via NID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intimate images on-device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case status in real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Expert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triaged queue &amp; accept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screen-share co-pilot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user through platform recovery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case to Trusted Partner lane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&amp; close resolved cases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371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19202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onboard co-pilot experts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case quality metrics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partner channel relationships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compliance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tamper-proof audit logs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 ·  Part 1 of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format + testable acceptance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panicked Facebook page owner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report a hacked account in Bangla voice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get help in the moment without typing or English fluency.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must accept Bangla voice input on web and mobile.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classification must complete within 60 seconds.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voice input fails, the system must fall back to a guided Bangla text form.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blackmail victim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block leaked images from spreading without uploading them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privacy stays intact while platforms still remove the content.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hashing must happen entirely on the user's device using PDQ.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hash (≤ 256 bytes) is transmitted — never the image itself.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must be successfully registered with StopNCII within 5 minutes.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 ·  Part 2 of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expert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 guided screen-share session with the victim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recover their account through the platform's own flow without ever seeing their password.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fields in the shared screen must be auto-blurred client-side.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session must be logged with timestamp &amp; expert ID.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must auto-terminate after 30 minutes of inactivity.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 Unit officer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a structured case file from Dhaal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that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act on the complaint immediately instead of spending hours collecting evidence.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file must be a single PDF with evidence, timeline, and NID-verified victim identity.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items must include device-generated hashes for legal admissibility.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✓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must follow the Cyber Crime Unit's intake template.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one zero-knowledge core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App + Messenger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voice-first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317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25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(AI)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5176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evidence packaging,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detection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4348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25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548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experts,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rescue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53796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3258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580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StopNCII, Meta TP,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bKash, Police Cyber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9718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Trust Core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417320" y="35204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verification  ·  Guide-not-grab credential handling  ·  Hash-on-device for sensitive images  ·  Tamper-proof audit log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talks to the Trust Core — sensitive data never crosses layer boundaries unchanged.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tools, no exotic choices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16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26080" y="12161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Next.js  ·  Tailwind CSS  ·  Bangla i18n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Bot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26080" y="1746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Messenger Bot API  ·  WebRTC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037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951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276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926080" y="2276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·  Python (FastAPI)  ·  REST + WebSocket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73405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254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807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926080" y="28072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GPT-4o-mini (cheap tier)  ·  BanglaBERT  ·  LangGraph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26440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5584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926080" y="33375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Redis (queue)  ·  S3-compatible storage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37947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862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1560" y="3867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926080" y="38679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PDQ hashing (client-side)  ·  JWT  ·  bKash Porichoy NID API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432511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1655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1560" y="4398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DevOps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2926080" y="43982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GitHub Actions  ·  AWS / DigitalOcean free tier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weeks · 4 phases · paper written throughout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194560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00997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00997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7434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7434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3871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13871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0308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20308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6745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26745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3182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33182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9618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39618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6055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6055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2492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52492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8929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58929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65366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65366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1803" y="1005840"/>
            <a:ext cx="506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71803" y="1280160"/>
            <a:ext cx="0" cy="3063240"/>
          </a:xfrm>
          <a:prstGeom prst="line">
            <a:avLst/>
          </a:prstGeom>
          <a:noFill/>
          <a:ln w="6350">
            <a:solidFill>
              <a:srgbClr val="EE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12848" y="132588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Bangla content design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19285" y="160020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5722" y="187452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25722" y="214884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agent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32159" y="2423160"/>
            <a:ext cx="1989172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image hashing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38596" y="269748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+ audit log integration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45033" y="297180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screen-share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1470" y="3246120"/>
            <a:ext cx="1482735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70780" y="352044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users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77217" y="379476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023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defense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83654" y="4069080"/>
            <a:ext cx="976298" cy="182880"/>
          </a:xfrm>
          <a:prstGeom prst="roundRect">
            <a:avLst>
              <a:gd name="adj" fmla="val 20000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Foundation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5292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Build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Integrate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4480560"/>
            <a:ext cx="228600" cy="164592"/>
          </a:xfrm>
          <a:prstGeom prst="roundRect">
            <a:avLst>
              <a:gd name="adj" fmla="val 16667"/>
            </a:avLst>
          </a:prstGeom>
          <a:solidFill>
            <a:srgbClr val="4D7C5C"/>
          </a:solidFill>
          <a:ln w="12700">
            <a:solidFill>
              <a:srgbClr val="4D7C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9168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Pilot &amp; Defend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clear ownership · shared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0759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DBE4F0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AI &amp; Security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2211954042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agent (Bangla LLM)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Trusted-partner integrations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0759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56048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2021983642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(React/Next.js)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trauma-informed UX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shell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with pilot group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8211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Arifain Baher Nayem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438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2131635042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FastAPI services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audit logs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deployment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co-pilot streaming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18211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Ananna Islam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56048" y="3438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QA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2132838642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policy research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template (police)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final report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Dhaal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points of genuine novelty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732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consumer cyber-IR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advice, not a chatbot, not a corporate tool — a service that takes any case end-to-end, for the everyday person.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2356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architectural, not a slogan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938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StopNCII principle, generalised: we solve every case type without holding the sensitive data — credentials, images, NID, all stay with the user or the platform.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'Trust Capital' 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each victim's weak, distrusted plea into one disciplined institutional signal — earning the same priority lane Meta gives its 400+ Trusted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2356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HCI × Security fusion in Bangla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Bangla triage  +  trauma-informed user-in-control design  +  zero-knowledge handling — built for ordinary, low-literacy users in panic.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Products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Dhaal compares to what exists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StopNCII.org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UK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0" y="12984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intimate-image takedown (Meta-backed).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29844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Single-purpose, no human, no Bangla, no recovery.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57276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7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Trusted Partner Program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21671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case channel for ~400 vetted NGOs.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21671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NGOs / policy content, not individual recovery.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44144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D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Hacked.com / TechForing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BD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0358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cyber-incident response.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30358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English-first, expensive, B2B / wealthy-individual focus.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(US) / CyberBAAP (IN)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39044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safety suite / helpline.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9044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end-to-end rescue, no Bangla, no local bridges.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headers: Product   ·   What they do   ·   Why it doesn't solve the Bangladesh consumer problem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programs, and laws our design is built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StopNCII.org — Technical documentation on PDQ hashing &amp; global rollout (2024).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Trusted Partner Program criteria &amp; escalation channels (Transparency Center, 2024).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Cyber Security Act, 2023 — Sections on consent, identity, and platform reporting.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Police Cyber Crime Unit — Public complaint &amp; evidence intake guidelines.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BTRC Annual Report 2024 — Cybercrime statistics and consumer complaint trends.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Google — Account-recovery developer documentation &amp; OAuth best practices.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BUET CSE — BanglaBERT and related Bangla NLP model releases (HuggingFace, 2023).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&amp; CyberBAAP — Published consumer cybersecurity playbooks (referenced for UX patterns).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CSE 327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4114800" y="3108960"/>
            <a:ext cx="9144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 ·  ডিজিটাল ঢাল  ·  CSE 327, Summer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North South University · ECE · CSE 327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Dhaal — Project Proposal</dc:title>
  <dc:subject>PptxGenJS Presentation</dc:subject>
  <dc:creator>Digital Dhaal Team</dc:creator>
  <cp:lastModifiedBy>Digital Dhaal Team</cp:lastModifiedBy>
  <cp:revision>1</cp:revision>
  <dcterms:created xsi:type="dcterms:W3CDTF">2026-06-25T16:44:06Z</dcterms:created>
  <dcterms:modified xsi:type="dcterms:W3CDTF">2026-06-25T16:44:06Z</dcterms:modified>
</cp:coreProperties>
</file>