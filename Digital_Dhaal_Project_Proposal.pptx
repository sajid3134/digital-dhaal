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8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17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EB4D3-034F-BCCB-31C0-194D4D93D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9048E-923A-DFFA-EB8D-6AE36762E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36AED8-0D2B-56A3-3FB5-812041E38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DF3F2-B661-672A-1B25-E76CA415C3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52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22.png"/><Relationship Id="rId9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4036423" y="378823"/>
            <a:ext cx="1077686" cy="10384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00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ডিজিটাল ঢাল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ambulance for cyber emergencies in Bangladesh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114800" y="3429000"/>
            <a:ext cx="9144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 ·  CSE 327 Software Engineering  ·  Summer 2026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Khondokar Sajid  ·  2211954042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Moushumi Akter Mow  ·  2021983642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Arifain Baher Nayem  ·  2131635042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Ananna Islam  ·  2132838642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Intisar Tahmid Naheen (ITN), Senior Lecturer, ECE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14710C-BC19-438D-9072-2C33C158D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674" y="378823"/>
            <a:ext cx="979714" cy="9927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Nadia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scenario millions of Bangladeshis live through every year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108960" cy="329184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Nadia, 23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small clothing page on Facebook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645920" y="2926080"/>
            <a:ext cx="731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063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80,000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 demanded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840480" y="132588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51960" y="13075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link wipes her Facebook page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840480" y="182880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251960" y="18105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recovers it — but it's hacked again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840480" y="2331720"/>
            <a:ext cx="292608" cy="29260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51960" y="23134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messages her customers for bKash payments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840480" y="2834640"/>
            <a:ext cx="292608" cy="29260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251960" y="28163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treats her as 'suspicious' for too many tries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840480" y="3337560"/>
            <a:ext cx="292608" cy="29260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251960" y="33192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pays a 'Facebook hacker' from a group — gets robbed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840480" y="3840480"/>
            <a:ext cx="292608" cy="29260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251960" y="38221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 threatens to leak old private photos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hacked.  Unable to recover.  Then blackmailed.  No safe place to turn.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today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has no consumer cyber-incident response service. When ordinary people are hacked, defrauded, or blackmailed online, they fall through every available crack.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488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ignore you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Instagram, Gmail give bot forms and 30-day waits. After failed tries, the system flags you as suspicious.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920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14884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Scammers fill the void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92040" y="2606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'Facebook hackers' in groups take more money and data from victims already in panic.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4290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5760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can't act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8580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arrive without preserved evidence or a structured case file — making the report unactionable.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63440" y="34290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65760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068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deeply personal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89204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images, drained bKash, hacked businesses — these break people. Trauma-informed help doesn't exist in Bangla.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— a digital ambulance for cyber emergencies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Free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First-Aid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AI agent triages the case, asks the right questions, and gives instant step-by-step instructions for simple cases.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4630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463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Paid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Co-Pilot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42316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experts walk the user through recovery on a co-pilot screen-share — guide, don't grab. Hard cases handled end-to-end.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4630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463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Escalated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Partner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242316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cases escalated through Meta / Google trusted-partner lanes, StopNCII, bKash fraud channel, and the Police Cyber Unit.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to the ordinary person — in Bangla — not a corporate IT department.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Actually Solve 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technical principles Dhaal is built 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087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447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Guide, don't grab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9933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accounts via the platform's own flows on a co-pilot screen-share. Password fields blurred. We never hold a credential.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50876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4447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Hash, don't hold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92040" y="19933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intimate-image blackmail, we use the StopNCII model — a hash of the image is made on the user's phone. The photo never leaves the device.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1546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906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signal beats many weak ones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85800" y="36393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submit NID-verified, well-evidenced cases as a disciplined Trusted Partner — earning Meta's ~5-day priority lane instead of the 30-day bot wall.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663440" y="29260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15468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0906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stays with the user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892040" y="36393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coach the user to preserve proof on their own device, then assemble a clean platform- and police-ready case file.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 — Problem &amp; Vision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Bangladeshis facing online hacks, financial fraud, and image-based blackmail have nowhere safe to turn.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recovery flows are bot-only and slow.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lack structured, actionable case files.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'Facebook hacker' groups exploit panic.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services are English-first, B2B, expensive — built for companies, not people.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801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4924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Statement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892040" y="17830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Bangladesh's trusted first responder for cyber emergencies — where any person, in their own language, can get from panic to resolution without losing their dignity, their evidence, or their money.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892040" y="3063240"/>
            <a:ext cx="9144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guiding values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92040" y="3429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Bangla-first, trauma-informed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 architectural — not a slogan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for the everyday person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 — Users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online sellers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F-commerce page owners on Facebook &amp; Instagram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Hacked everyday users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locked out of Facebook, Gmail, bKash, Nagad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Blackmail / NCII victims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facing leaked-image threats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Low-digital-literacy users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Bangla-only speakers, first-time hack victims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801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4924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89204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panicked users from incident to triage in under 5 minutes via Bangla voice/chat.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~70% of hacked accounts through guided platform flows — no credentials stored.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blackmail-image spread using hash-on-device + StopNCII partner channels.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only clean, NID-verified cases to platforms to earn Trusted-Partner priority.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police-ready case files automatically for the Cyber Crime Unit.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 — Scope &amp; Risks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21031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+ Messenger Bangla interface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+ case assembly + co-pilot rescue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 verification + on-device image hashing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Police-ready case file generation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(v1)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703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✗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hacking-back or offensive action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✗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/ enterprise IR contracts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✗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representation in court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8016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92040" y="18288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29200" y="18288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liability for handling user data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29200" y="208483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Zero-knowledge by design — credentials/images never leave device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92040" y="248716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029200" y="24871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de-recognition (losing partner status)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029200" y="27432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Strict case-quality discipline, public takedown metrics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92040" y="314553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029200" y="31455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actors using service to recover stolen accounts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029200" y="34015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Mandatory NID + ownership-proof checks before any action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892040" y="380390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029200" y="38039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scale — co-pilot bottleneck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029200" y="40599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Tiered service: AI first-aid filters ~80% of cases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lenses — and how Dhaal answers each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990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990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39903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176479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built within budget?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" y="205740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v1 uses open-source AI models, free-tier cloud, and student labor. Initial cost ≈ ৳20–30k (domain, NID API trial, basic hosting). Pre-revenue grant or NSU innovation funding is realistic.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12344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432" y="13990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56432" y="13990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39903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56432" y="176479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with laws &amp; data rules?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56432" y="205740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the Digital Security Act 2018 / Cyber Security Act 2023. No credential storage, no image storage. NID handled through bKash/Porichoy partner APIs. Formal MoU planned with Cyber Crime Unit.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26480" y="12344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91072" y="13990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BE4F0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91072" y="13990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39903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91072" y="176479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work for end-users?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91072" y="205740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voice-first design, trauma-informed UX, optional Messenger entry. Tiered model means even non-tech users get help. Pilot with 30 hack-victim volunteers via NSU cybersecurity club.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1874520" y="29260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039112" y="309067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039112" y="30906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3090672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039112" y="345643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current tech support it?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2039112" y="374904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pieces exist and are proven: Bangla LLMs (BUET BanglaBERT, Gemini), client-side PDQ hashing (StopNCII), WebRTC for co-pilot, OAuth-based recovery flows. We integrate, we don't invent.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709160" y="29260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873752" y="309067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873752" y="30906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3090672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873752" y="345643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ship in time?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873752" y="374904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13-week course timeline split into 4 phases (research → MVP → integration → pilot). Pilot focuses on Facebook account recovery + image hashing — the two most common case types.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shall 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5331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533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accept incident reports via web, mobile app, and Messenger in Bangla and English.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7627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1762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classify incidents (account hack, fraud, blackmail, other) using an AI triage agent.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299923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992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29260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verify a user's identity through NID / Porichoy before any escalated action.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82219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221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3749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generate a hash of intimate images on the user's device and never upload the image itself.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73752" y="135331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3533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1280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offer a screen-share co-pilot session that blurs password fields in real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01168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73752" y="217627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1762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21031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assemble a downloadable, police-ready case file (PDF) with all preserved evidence.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8346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73752" y="299923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9992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23560" y="29260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route verified cases through Meta / Google Trusted-Partner channels and track status.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6576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73752" y="382219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38221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23560" y="3749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log every action in a tamper-proof audit trail for legal admissibility.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shall behave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353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156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respond to a new incident report within 3 seconds and complete AI triage within 60 seconds.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37160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1353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88620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7472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credentials and intimate images shall never be transmitted to or stored on the server.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37160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1353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72084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0936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maintain 99.5% uptime, with degraded-mode operation if AI services fail.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06324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044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5156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008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Bangla interface shall be operable by users with no prior smartphone experience, validated through pilot testing.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063240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86200" y="3044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38862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47472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support 500 concurrent triage sessions without degradation.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063240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20840" y="3044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67208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30936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audit logs shall be encrypted at rest and accessible only via court order.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Role-wise Feature 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do what inside Dhaal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DBE4F0"/>
          </a:solidFill>
          <a:ln w="12700">
            <a:solidFill>
              <a:srgbClr val="DBE4F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71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/ User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92024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 incident in Bangla (voice or text)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AI-guided first-aid steps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identity once via NID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intimate images on-device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case status in real time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37160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4173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371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 Expert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66160" y="192024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triaged queue &amp; accept cases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screen-share co-pilot session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user through platform recovery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case to Trusted Partner lane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 &amp; close resolved cases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37160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4173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71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Operations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0" y="192024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onboard co-pilot experts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case quality metrics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partner channel relationships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compliance reports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tamper-proof audit logs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 ·  Part 1 of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format + testable acceptance criteria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</a:t>
            </a: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panicked Facebook page owner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I want </a:t>
            </a: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report a hacked account in Bangla voice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so that </a:t>
            </a: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get help in the moment without typing or English fluency.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must accept Bangla voice input on web and mobile.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classification must complete within 60 seconds.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voice input fails, the system must fall back to a guided Bangla text form.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1089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</a:t>
            </a: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blackmail victim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I want </a:t>
            </a: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block leaked images from spreading without uploading them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so that </a:t>
            </a: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privacy stays intact while platforms still remove the content.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721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95935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hashing must happen entirely on the user's device using PDQ.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hash (≤ 256 bytes) is transmitted — never the image itself.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must be successfully registered with StopNCII within 5 minutes.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 ·  Part 2 of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</a:t>
            </a: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 expert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I want </a:t>
            </a: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a guided screen-share session with the victim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so that </a:t>
            </a: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recover their account through the platform's own flow without ever seeing their password.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17627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fields in the shared screen must be auto-blurred client-side.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in the session must be logged with timestamp &amp; expert ID.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must auto-terminate after 30 minutes of inactivity.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1089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</a:t>
            </a: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Crime Unit officer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I want </a:t>
            </a: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receive a structured case file from Dhaal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so that </a:t>
            </a: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act on the complaint immediately instead of spending hours collecting evidence.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21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95935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file must be a single PDF with evidence, timeline, and NID-verified victim identity.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evidence items must include device-generated hashes for legal admissibility.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must follow the Cyber Crime Unit's intake template.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one zero-knowledge core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325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App + Messenger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voice-first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33172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560320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258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(AI)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65176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evidence packaging,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detection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43484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4663440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3258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75488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experts,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 rescue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53796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6766560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3258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85800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StopNCII, Meta TP,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bKash, Police Cyber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57200" y="29718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246120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Trust Core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1417320" y="35204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 verification  ·  Guide-not-grab credential handling  ·  Hash-on-device for sensitive images  ·  Tamper-proof audit log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talks to the Trust Core — sensitive data never crosses layer boundaries unchanged.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9C25FE-5006-18F4-0DFE-4EC40921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808A17-DD4A-D3C9-0A4B-7864ED2BC5BF}"/>
              </a:ext>
            </a:extLst>
          </p:cNvPr>
          <p:cNvSpPr/>
          <p:nvPr/>
        </p:nvSpPr>
        <p:spPr>
          <a:xfrm>
            <a:off x="2743200" y="0"/>
            <a:ext cx="3518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8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0E67AD11-CB4D-C0A4-666A-B3674272CE40}"/>
              </a:ext>
            </a:extLst>
          </p:cNvPr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75027003-1EE2-2A5E-7CD9-F5805F159A7D}"/>
              </a:ext>
            </a:extLst>
          </p:cNvPr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47EB58E-2A69-94C2-56F3-38615EF2B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183" y="532311"/>
            <a:ext cx="5003073" cy="461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82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tools, no exotic choices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16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926080" y="121615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Next.js  ·  Tailwind CSS  ·  Bangla i18n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7335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6479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746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Bot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926080" y="174650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·  Messenger Bot API  ·  WebRTC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203704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29514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276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926080" y="227685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 ·  Python (FastAPI)  ·  REST + WebSocket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734056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82549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28072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2926080" y="280720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GPT-4o-mini (cheap tier)  ·  BanglaBERT  ·  LangGraph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26440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355848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1560" y="33375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2926080" y="33375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Redis (queue)  ·  S3-compatible storage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57200" y="379476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88620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51560" y="3867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2926080" y="38679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PDQ hashing (client-side)  ·  JWT  ·  bKash Porichoy NID API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57200" y="432511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416552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51560" y="43982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DevOps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2926080" y="439826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·  GitHub Actions  ·  AWS / DigitalOcean free tier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weeks · 4 phases · paper written throughout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94560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194560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00997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00997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7434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7434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3871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13871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0308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20308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6745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26745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3182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33182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39618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39618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6055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46055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2492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52492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58929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58929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65366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765366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1803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271803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1280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Requirements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12848" y="1325880"/>
            <a:ext cx="976298" cy="18288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Bangla content design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19285" y="1600200"/>
            <a:ext cx="976298" cy="18288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(web)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25722" y="1874520"/>
            <a:ext cx="1989172" cy="18288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25722" y="2148840"/>
            <a:ext cx="1989172" cy="18288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377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agent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32159" y="2423160"/>
            <a:ext cx="1989172" cy="18288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image hashing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38596" y="2697480"/>
            <a:ext cx="1482735" cy="18288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926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 + audit log integration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45033" y="2971800"/>
            <a:ext cx="1482735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200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 screen-share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51470" y="3246120"/>
            <a:ext cx="1482735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770780" y="3520440"/>
            <a:ext cx="976298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749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users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77217" y="3794760"/>
            <a:ext cx="976298" cy="182880"/>
          </a:xfrm>
          <a:prstGeom prst="roundRect">
            <a:avLst>
              <a:gd name="adj" fmla="val 20000"/>
            </a:avLst>
          </a:prstGeom>
          <a:solidFill>
            <a:srgbClr val="4D7C5C"/>
          </a:solidFill>
          <a:ln w="12700">
            <a:solidFill>
              <a:srgbClr val="4D7C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023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&amp; defense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783654" y="4069080"/>
            <a:ext cx="976298" cy="182880"/>
          </a:xfrm>
          <a:prstGeom prst="roundRect">
            <a:avLst>
              <a:gd name="adj" fmla="val 20000"/>
            </a:avLst>
          </a:prstGeom>
          <a:solidFill>
            <a:srgbClr val="4D7C5C"/>
          </a:solidFill>
          <a:ln w="12700">
            <a:solidFill>
              <a:srgbClr val="4D7C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4480560"/>
            <a:ext cx="228600" cy="16459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" y="4443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Foundation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560320" y="4480560"/>
            <a:ext cx="228600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52928" y="4443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Build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63440" y="4480560"/>
            <a:ext cx="228600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56048" y="4443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Integrate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766560" y="4480560"/>
            <a:ext cx="228600" cy="164592"/>
          </a:xfrm>
          <a:prstGeom prst="roundRect">
            <a:avLst>
              <a:gd name="adj" fmla="val 16667"/>
            </a:avLst>
          </a:prstGeom>
          <a:solidFill>
            <a:srgbClr val="4D7C5C"/>
          </a:solidFill>
          <a:ln w="12700">
            <a:solidFill>
              <a:srgbClr val="4D7C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59168" y="4443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Pilot &amp; Defend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Distribution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members · clear ownership · shared support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07592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DBE4F0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344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Khondokar Sajid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15636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/ AI &amp; Security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2211954042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agent (Bangla LLM)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architecture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coordination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Trusted-partner integrations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07592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344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Moushumi Akter Mow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56048" y="15636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2021983642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(React/Next.js)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trauma-informed UX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shell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with pilot group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82112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218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Arifain Baher Nayem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3438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Infrastructure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2131635042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7490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FastAPI services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audit logs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deployment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co-pilot streaming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182112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3218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Ananna Islam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56048" y="3438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QA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2132838642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7490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policy research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template (police)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documentation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final report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Dhaal Different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points of genuine novelty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17320" y="13898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first consumer cyber-IR service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advice, not a chatbot, not a corporate tool — a service that takes any case end-to-end, for the everyday person.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371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623560" y="13898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 architectural, not a slogan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19385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StopNCII principle, generalised: we solve every case type without holding the sensitive data — credentials, images, NID, all stay with the user or the platform.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63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417320" y="3081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'Trust Capital' bridge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63016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each victim's weak, distrusted plea into one disciplined institutional signal — earning the same priority lane Meta gives its 400+ Trusted Partners.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063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623560" y="3081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× HCI × Security fusion in Bangla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363016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Bangla triage  +  trauma-informed user-in-control design  +  zero-knowledge handling — built for ordinary, low-literacy users in panic.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Products &amp; 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Dhaal compares to what exists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61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StopNCII.org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· UK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926080" y="12984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 intimate-image takedown (Meta-backed).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129844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Single-purpose, no human, no Bangla, no recovery.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572768"/>
            <a:ext cx="365760" cy="18288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572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130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Trusted Partner Program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441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0" y="21671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case channel for ~400 vetted NGOs.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0" y="216712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NGOs / policy content, not individual recovery.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2441448"/>
            <a:ext cx="365760" cy="18288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24414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Hacked.com / TechForing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310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/ BD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0" y="30358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cyber-incident response.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303580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English-first, expensive, B2B / wealthy-individual focus.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867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(US) / CyberBAAP (IN)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178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/ 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26080" y="390448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safety suite / helpline.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390448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end-to-end rescue, no Bangla, no local bridges.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headers: Product   ·   What they do   ·   Why it doesn't solve the Bangladesh consumer problem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programs, and laws our design is built 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25880"/>
            <a:ext cx="7589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StopNCII.org — Technical documentation on PDQ hashing &amp; global rollout (2024).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Trusted Partner Program criteria &amp; escalation channels (Transparency Center, 2024).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Cyber Security Act, 2023 — Sections on consent, identity, and platform reporting.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Police Cyber Crime Unit — Public complaint &amp; evidence intake guidelines.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BTRC Annual Report 2024 — Cybercrime statistics and consumer complaint trends.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Google — Account-recovery developer documentation &amp; OAuth best practices.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BUET CSE — BanglaBERT and related Bangla NLP model releases (HuggingFace, 2023).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&amp; CyberBAAP — Published consumer cybersecurity playbooks (referenced for UX patterns).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4206240" y="128016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1"/>
          <p:cNvSpPr/>
          <p:nvPr/>
        </p:nvSpPr>
        <p:spPr>
          <a:xfrm>
            <a:off x="4114800" y="3108960"/>
            <a:ext cx="9144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ডিজিটাল ঢাল  ·  CSE 327, Summer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2743</Words>
  <Application>Microsoft Office PowerPoint</Application>
  <PresentationFormat>On-screen Show (16:9)</PresentationFormat>
  <Paragraphs>422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North South University · ECE · CSE 327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Dhaal — Project Proposal</dc:title>
  <dc:subject>PptxGenJS Presentation</dc:subject>
  <dc:creator>Digital Dhaal Team</dc:creator>
  <cp:lastModifiedBy>KHONDOKAR SAJID</cp:lastModifiedBy>
  <cp:revision>2</cp:revision>
  <dcterms:created xsi:type="dcterms:W3CDTF">2026-06-25T16:44:06Z</dcterms:created>
  <dcterms:modified xsi:type="dcterms:W3CDTF">2026-06-26T04:37:11Z</dcterms:modified>
</cp:coreProperties>
</file>